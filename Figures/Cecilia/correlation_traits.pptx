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035C6B5E-2399-47C5-8BA7-10250C94B3E1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11/16/19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AC45EFE-0546-4514-B24F-7E46741987C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 flipH="1" flipV="1">
            <a:off x="2375640" y="2255400"/>
            <a:ext cx="164160" cy="150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 flipH="1">
            <a:off x="2031840" y="3765240"/>
            <a:ext cx="507600" cy="1164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2540160" y="3765240"/>
            <a:ext cx="1702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" name="CustomShape 4"/>
          <p:cNvSpPr/>
          <p:nvPr/>
        </p:nvSpPr>
        <p:spPr>
          <a:xfrm rot="15800400">
            <a:off x="1961640" y="2812680"/>
            <a:ext cx="63756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3386520" y="3774600"/>
            <a:ext cx="69300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 rot="17524800">
            <a:off x="2034720" y="4454640"/>
            <a:ext cx="64440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2858400" y="30164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CustomShape 8"/>
          <p:cNvSpPr/>
          <p:nvPr/>
        </p:nvSpPr>
        <p:spPr>
          <a:xfrm>
            <a:off x="2574360" y="36043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CustomShape 9"/>
          <p:cNvSpPr/>
          <p:nvPr/>
        </p:nvSpPr>
        <p:spPr>
          <a:xfrm>
            <a:off x="3485880" y="28861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CustomShape 10"/>
          <p:cNvSpPr/>
          <p:nvPr/>
        </p:nvSpPr>
        <p:spPr>
          <a:xfrm>
            <a:off x="3108600" y="290448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11"/>
          <p:cNvSpPr/>
          <p:nvPr/>
        </p:nvSpPr>
        <p:spPr>
          <a:xfrm>
            <a:off x="2405520" y="40586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12"/>
          <p:cNvSpPr/>
          <p:nvPr/>
        </p:nvSpPr>
        <p:spPr>
          <a:xfrm>
            <a:off x="3032280" y="342936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CustomShape 13"/>
          <p:cNvSpPr/>
          <p:nvPr/>
        </p:nvSpPr>
        <p:spPr>
          <a:xfrm>
            <a:off x="2668680" y="34153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CustomShape 14"/>
          <p:cNvSpPr/>
          <p:nvPr/>
        </p:nvSpPr>
        <p:spPr>
          <a:xfrm>
            <a:off x="2540160" y="38761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15"/>
          <p:cNvSpPr/>
          <p:nvPr/>
        </p:nvSpPr>
        <p:spPr>
          <a:xfrm>
            <a:off x="2819880" y="3612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16"/>
          <p:cNvSpPr/>
          <p:nvPr/>
        </p:nvSpPr>
        <p:spPr>
          <a:xfrm>
            <a:off x="3554280" y="258480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CustomShape 17"/>
          <p:cNvSpPr/>
          <p:nvPr/>
        </p:nvSpPr>
        <p:spPr>
          <a:xfrm>
            <a:off x="3302640" y="272880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CustomShape 18"/>
          <p:cNvSpPr/>
          <p:nvPr/>
        </p:nvSpPr>
        <p:spPr>
          <a:xfrm>
            <a:off x="3040200" y="31615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19"/>
          <p:cNvSpPr/>
          <p:nvPr/>
        </p:nvSpPr>
        <p:spPr>
          <a:xfrm>
            <a:off x="2354760" y="3738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20"/>
          <p:cNvSpPr/>
          <p:nvPr/>
        </p:nvSpPr>
        <p:spPr>
          <a:xfrm>
            <a:off x="2823480" y="3279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21"/>
          <p:cNvSpPr/>
          <p:nvPr/>
        </p:nvSpPr>
        <p:spPr>
          <a:xfrm>
            <a:off x="3302640" y="309276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22"/>
          <p:cNvSpPr/>
          <p:nvPr/>
        </p:nvSpPr>
        <p:spPr>
          <a:xfrm>
            <a:off x="2208600" y="398988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CustomShape 23"/>
          <p:cNvSpPr/>
          <p:nvPr/>
        </p:nvSpPr>
        <p:spPr>
          <a:xfrm flipH="1" flipV="1">
            <a:off x="5635800" y="2258280"/>
            <a:ext cx="164160" cy="150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4" name="CustomShape 24"/>
          <p:cNvSpPr/>
          <p:nvPr/>
        </p:nvSpPr>
        <p:spPr>
          <a:xfrm flipH="1">
            <a:off x="5292000" y="3768120"/>
            <a:ext cx="507600" cy="1164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" name="CustomShape 25"/>
          <p:cNvSpPr/>
          <p:nvPr/>
        </p:nvSpPr>
        <p:spPr>
          <a:xfrm>
            <a:off x="5799960" y="3768120"/>
            <a:ext cx="1702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" name="CustomShape 26"/>
          <p:cNvSpPr/>
          <p:nvPr/>
        </p:nvSpPr>
        <p:spPr>
          <a:xfrm rot="15800400">
            <a:off x="5221800" y="2815560"/>
            <a:ext cx="63756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CustomShape 27"/>
          <p:cNvSpPr/>
          <p:nvPr/>
        </p:nvSpPr>
        <p:spPr>
          <a:xfrm>
            <a:off x="6646680" y="3777840"/>
            <a:ext cx="69300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CustomShape 28"/>
          <p:cNvSpPr/>
          <p:nvPr/>
        </p:nvSpPr>
        <p:spPr>
          <a:xfrm rot="17524800">
            <a:off x="5294880" y="4457520"/>
            <a:ext cx="64440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CustomShape 29"/>
          <p:cNvSpPr/>
          <p:nvPr/>
        </p:nvSpPr>
        <p:spPr>
          <a:xfrm>
            <a:off x="6006240" y="345024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30"/>
          <p:cNvSpPr/>
          <p:nvPr/>
        </p:nvSpPr>
        <p:spPr>
          <a:xfrm>
            <a:off x="5946120" y="3906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31"/>
          <p:cNvSpPr/>
          <p:nvPr/>
        </p:nvSpPr>
        <p:spPr>
          <a:xfrm>
            <a:off x="6252480" y="3906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CustomShape 32"/>
          <p:cNvSpPr/>
          <p:nvPr/>
        </p:nvSpPr>
        <p:spPr>
          <a:xfrm>
            <a:off x="5946120" y="3024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33"/>
          <p:cNvSpPr/>
          <p:nvPr/>
        </p:nvSpPr>
        <p:spPr>
          <a:xfrm>
            <a:off x="5460840" y="376812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34"/>
          <p:cNvSpPr/>
          <p:nvPr/>
        </p:nvSpPr>
        <p:spPr>
          <a:xfrm>
            <a:off x="6006240" y="414576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CustomShape 35"/>
          <p:cNvSpPr/>
          <p:nvPr/>
        </p:nvSpPr>
        <p:spPr>
          <a:xfrm>
            <a:off x="6423120" y="424368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36"/>
          <p:cNvSpPr/>
          <p:nvPr/>
        </p:nvSpPr>
        <p:spPr>
          <a:xfrm>
            <a:off x="5499000" y="331236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37"/>
          <p:cNvSpPr/>
          <p:nvPr/>
        </p:nvSpPr>
        <p:spPr>
          <a:xfrm>
            <a:off x="5869440" y="37778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38"/>
          <p:cNvSpPr/>
          <p:nvPr/>
        </p:nvSpPr>
        <p:spPr>
          <a:xfrm>
            <a:off x="6231960" y="28357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CustomShape 39"/>
          <p:cNvSpPr/>
          <p:nvPr/>
        </p:nvSpPr>
        <p:spPr>
          <a:xfrm>
            <a:off x="6407640" y="31111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40"/>
          <p:cNvSpPr/>
          <p:nvPr/>
        </p:nvSpPr>
        <p:spPr>
          <a:xfrm>
            <a:off x="6163560" y="31748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41"/>
          <p:cNvSpPr/>
          <p:nvPr/>
        </p:nvSpPr>
        <p:spPr>
          <a:xfrm>
            <a:off x="5223600" y="396000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42"/>
          <p:cNvSpPr/>
          <p:nvPr/>
        </p:nvSpPr>
        <p:spPr>
          <a:xfrm>
            <a:off x="5815080" y="32821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43"/>
          <p:cNvSpPr/>
          <p:nvPr/>
        </p:nvSpPr>
        <p:spPr>
          <a:xfrm>
            <a:off x="6231960" y="33800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44"/>
          <p:cNvSpPr/>
          <p:nvPr/>
        </p:nvSpPr>
        <p:spPr>
          <a:xfrm>
            <a:off x="5567400" y="354636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895560" y="2420640"/>
            <a:ext cx="1360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Abiotic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3909960" y="3078000"/>
            <a:ext cx="12326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Biotic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3945240" y="3735360"/>
            <a:ext cx="1616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Migration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5267880" y="2604960"/>
            <a:ext cx="1918440" cy="74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9" name="CustomShape 5"/>
          <p:cNvSpPr/>
          <p:nvPr/>
        </p:nvSpPr>
        <p:spPr>
          <a:xfrm>
            <a:off x="5153400" y="3262680"/>
            <a:ext cx="2047680" cy="184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" name="CustomShape 6"/>
          <p:cNvSpPr/>
          <p:nvPr/>
        </p:nvSpPr>
        <p:spPr>
          <a:xfrm flipV="1">
            <a:off x="5578560" y="3571560"/>
            <a:ext cx="1592640" cy="34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" name="CustomShape 7"/>
          <p:cNvSpPr/>
          <p:nvPr/>
        </p:nvSpPr>
        <p:spPr>
          <a:xfrm>
            <a:off x="7171920" y="3078000"/>
            <a:ext cx="11350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Individual fitness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CustomShape 8"/>
          <p:cNvSpPr/>
          <p:nvPr/>
        </p:nvSpPr>
        <p:spPr>
          <a:xfrm>
            <a:off x="655560" y="855720"/>
            <a:ext cx="1321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Morphology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CustomShape 9"/>
          <p:cNvSpPr/>
          <p:nvPr/>
        </p:nvSpPr>
        <p:spPr>
          <a:xfrm>
            <a:off x="583920" y="1628640"/>
            <a:ext cx="14385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Reproduction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CustomShape 10"/>
          <p:cNvSpPr/>
          <p:nvPr/>
        </p:nvSpPr>
        <p:spPr>
          <a:xfrm>
            <a:off x="831960" y="3202920"/>
            <a:ext cx="984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Fisiology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CustomShape 11"/>
          <p:cNvSpPr/>
          <p:nvPr/>
        </p:nvSpPr>
        <p:spPr>
          <a:xfrm>
            <a:off x="761760" y="4008600"/>
            <a:ext cx="11581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Phenology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CustomShape 12"/>
          <p:cNvSpPr/>
          <p:nvPr/>
        </p:nvSpPr>
        <p:spPr>
          <a:xfrm>
            <a:off x="767520" y="4815360"/>
            <a:ext cx="11214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Behaviour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CustomShape 13"/>
          <p:cNvSpPr/>
          <p:nvPr/>
        </p:nvSpPr>
        <p:spPr>
          <a:xfrm>
            <a:off x="282960" y="5608440"/>
            <a:ext cx="2093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Resource acquisition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8" name="CustomShape 14"/>
          <p:cNvSpPr/>
          <p:nvPr/>
        </p:nvSpPr>
        <p:spPr>
          <a:xfrm>
            <a:off x="639000" y="2405520"/>
            <a:ext cx="13561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Use of space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CustomShape 15"/>
          <p:cNvSpPr/>
          <p:nvPr/>
        </p:nvSpPr>
        <p:spPr>
          <a:xfrm>
            <a:off x="1986840" y="1225080"/>
            <a:ext cx="1792800" cy="1384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0" name="CustomShape 16"/>
          <p:cNvSpPr/>
          <p:nvPr/>
        </p:nvSpPr>
        <p:spPr>
          <a:xfrm>
            <a:off x="1927080" y="1225080"/>
            <a:ext cx="1911240" cy="202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1" name="CustomShape 17"/>
          <p:cNvSpPr/>
          <p:nvPr/>
        </p:nvSpPr>
        <p:spPr>
          <a:xfrm>
            <a:off x="1986840" y="1225080"/>
            <a:ext cx="1942200" cy="2694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2" name="CustomShape 18"/>
          <p:cNvSpPr/>
          <p:nvPr/>
        </p:nvSpPr>
        <p:spPr>
          <a:xfrm>
            <a:off x="1956960" y="1998000"/>
            <a:ext cx="1822680" cy="1250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740e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" name="CustomShape 19"/>
          <p:cNvSpPr/>
          <p:nvPr/>
        </p:nvSpPr>
        <p:spPr>
          <a:xfrm>
            <a:off x="1985760" y="1998000"/>
            <a:ext cx="1943280" cy="1921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740e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" name="CustomShape 20"/>
          <p:cNvSpPr/>
          <p:nvPr/>
        </p:nvSpPr>
        <p:spPr>
          <a:xfrm>
            <a:off x="2001960" y="2590200"/>
            <a:ext cx="1836360" cy="1359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8c113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" name="CustomShape 21"/>
          <p:cNvSpPr/>
          <p:nvPr/>
        </p:nvSpPr>
        <p:spPr>
          <a:xfrm flipV="1">
            <a:off x="1822680" y="2609640"/>
            <a:ext cx="2015640" cy="77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c21f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" name="CustomShape 22"/>
          <p:cNvSpPr/>
          <p:nvPr/>
        </p:nvSpPr>
        <p:spPr>
          <a:xfrm flipV="1">
            <a:off x="1822680" y="3312000"/>
            <a:ext cx="2015640" cy="7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c21f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" name="CustomShape 23"/>
          <p:cNvSpPr/>
          <p:nvPr/>
        </p:nvSpPr>
        <p:spPr>
          <a:xfrm flipV="1">
            <a:off x="1927080" y="3312720"/>
            <a:ext cx="1957320" cy="879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4c31b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" name="CustomShape 24"/>
          <p:cNvSpPr/>
          <p:nvPr/>
        </p:nvSpPr>
        <p:spPr>
          <a:xfrm flipV="1">
            <a:off x="1927080" y="2609640"/>
            <a:ext cx="1957320" cy="1582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4c31b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" name="CustomShape 25"/>
          <p:cNvSpPr/>
          <p:nvPr/>
        </p:nvSpPr>
        <p:spPr>
          <a:xfrm flipV="1">
            <a:off x="1897200" y="3919320"/>
            <a:ext cx="2031840" cy="10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20c199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" name="CustomShape 26"/>
          <p:cNvSpPr/>
          <p:nvPr/>
        </p:nvSpPr>
        <p:spPr>
          <a:xfrm flipV="1">
            <a:off x="1897200" y="3247920"/>
            <a:ext cx="1941120" cy="175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20c199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" name="CustomShape 27"/>
          <p:cNvSpPr/>
          <p:nvPr/>
        </p:nvSpPr>
        <p:spPr>
          <a:xfrm flipV="1">
            <a:off x="2315880" y="2609640"/>
            <a:ext cx="1522440" cy="315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" name="CustomShape 28"/>
          <p:cNvSpPr/>
          <p:nvPr/>
        </p:nvSpPr>
        <p:spPr>
          <a:xfrm flipV="1">
            <a:off x="2286000" y="3248640"/>
            <a:ext cx="1598400" cy="2512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3" name="CustomShape 29"/>
          <p:cNvSpPr/>
          <p:nvPr/>
        </p:nvSpPr>
        <p:spPr>
          <a:xfrm flipV="1">
            <a:off x="2286000" y="3920040"/>
            <a:ext cx="1643040" cy="1846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4" name="CustomShape 30"/>
          <p:cNvSpPr/>
          <p:nvPr/>
        </p:nvSpPr>
        <p:spPr>
          <a:xfrm>
            <a:off x="3359520" y="36360"/>
            <a:ext cx="1659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Trait integration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5" name="CustomShape 31"/>
          <p:cNvSpPr/>
          <p:nvPr/>
        </p:nvSpPr>
        <p:spPr>
          <a:xfrm>
            <a:off x="3562560" y="6372720"/>
            <a:ext cx="1659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Trait modularity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16" name="Table 32"/>
          <p:cNvGraphicFramePr/>
          <p:nvPr/>
        </p:nvGraphicFramePr>
        <p:xfrm>
          <a:off x="3556080" y="4806000"/>
          <a:ext cx="1688760" cy="1345680"/>
        </p:xfrm>
        <a:graphic>
          <a:graphicData uri="http://schemas.openxmlformats.org/drawingml/2006/table">
            <a:tbl>
              <a:tblPr/>
              <a:tblGrid>
                <a:gridCol w="241200"/>
                <a:gridCol w="241200"/>
                <a:gridCol w="241200"/>
                <a:gridCol w="241200"/>
                <a:gridCol w="241200"/>
                <a:gridCol w="241200"/>
                <a:gridCol w="241560"/>
              </a:tblGrid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33"/>
          <p:cNvGraphicFramePr/>
          <p:nvPr/>
        </p:nvGraphicFramePr>
        <p:xfrm>
          <a:off x="3375000" y="535680"/>
          <a:ext cx="1688760" cy="1345680"/>
        </p:xfrm>
        <a:graphic>
          <a:graphicData uri="http://schemas.openxmlformats.org/drawingml/2006/table">
            <a:tbl>
              <a:tblPr/>
              <a:tblGrid>
                <a:gridCol w="241200"/>
                <a:gridCol w="241200"/>
                <a:gridCol w="241200"/>
                <a:gridCol w="241200"/>
                <a:gridCol w="241200"/>
                <a:gridCol w="241200"/>
                <a:gridCol w="241560"/>
              </a:tblGrid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LibreOffice/6.0.7.3$Linux_X86_64 LibreOffice_project/00m0$Build-3</Application>
  <Words>34</Words>
  <Paragraphs>117</Paragraphs>
  <Company>Laptop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2019-11-05T13:53:45Z</dcterms:created>
  <dc:creator>Cecilia Andreazzi</dc:creator>
  <dc:description/>
  <dc:language>en-US</dc:language>
  <cp:lastModifiedBy>Cecilia Andreazzi</cp:lastModifiedBy>
  <dcterms:modified xsi:type="dcterms:W3CDTF">2019-11-05T15:28:19Z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Laptop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</vt:i4>
  </property>
</Properties>
</file>