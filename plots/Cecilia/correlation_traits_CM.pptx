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762E30AC-553B-4C2A-99BC-0EA3E946590E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11/16/19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p>
            <a:endParaRPr b="0" lang="en-US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BC395B4F-2C7A-4455-A221-0ECB279D6F6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 flipH="1" flipV="1">
            <a:off x="2375640" y="2255400"/>
            <a:ext cx="164160" cy="1508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2" name="CustomShape 2"/>
          <p:cNvSpPr/>
          <p:nvPr/>
        </p:nvSpPr>
        <p:spPr>
          <a:xfrm flipH="1">
            <a:off x="2031840" y="3765240"/>
            <a:ext cx="507600" cy="1164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3" name="CustomShape 3"/>
          <p:cNvSpPr/>
          <p:nvPr/>
        </p:nvSpPr>
        <p:spPr>
          <a:xfrm>
            <a:off x="2540160" y="3765240"/>
            <a:ext cx="17028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44" name="CustomShape 4"/>
          <p:cNvSpPr/>
          <p:nvPr/>
        </p:nvSpPr>
        <p:spPr>
          <a:xfrm rot="15800400">
            <a:off x="1961640" y="2812680"/>
            <a:ext cx="637560" cy="30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Trait 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5" name="CustomShape 5"/>
          <p:cNvSpPr/>
          <p:nvPr/>
        </p:nvSpPr>
        <p:spPr>
          <a:xfrm>
            <a:off x="3386520" y="3774600"/>
            <a:ext cx="69300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Trait 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6" name="CustomShape 6"/>
          <p:cNvSpPr/>
          <p:nvPr/>
        </p:nvSpPr>
        <p:spPr>
          <a:xfrm rot="17524800">
            <a:off x="2034720" y="4454640"/>
            <a:ext cx="644400" cy="30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Trait 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47" name="CustomShape 7"/>
          <p:cNvSpPr/>
          <p:nvPr/>
        </p:nvSpPr>
        <p:spPr>
          <a:xfrm>
            <a:off x="2858400" y="301644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8" name="CustomShape 8"/>
          <p:cNvSpPr/>
          <p:nvPr/>
        </p:nvSpPr>
        <p:spPr>
          <a:xfrm>
            <a:off x="2574360" y="360432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9" name="CustomShape 9"/>
          <p:cNvSpPr/>
          <p:nvPr/>
        </p:nvSpPr>
        <p:spPr>
          <a:xfrm>
            <a:off x="3485880" y="288612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CustomShape 10"/>
          <p:cNvSpPr/>
          <p:nvPr/>
        </p:nvSpPr>
        <p:spPr>
          <a:xfrm>
            <a:off x="3108600" y="290448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CustomShape 11"/>
          <p:cNvSpPr/>
          <p:nvPr/>
        </p:nvSpPr>
        <p:spPr>
          <a:xfrm>
            <a:off x="2405520" y="405864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2" name="CustomShape 12"/>
          <p:cNvSpPr/>
          <p:nvPr/>
        </p:nvSpPr>
        <p:spPr>
          <a:xfrm>
            <a:off x="3032280" y="342936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3" name="CustomShape 13"/>
          <p:cNvSpPr/>
          <p:nvPr/>
        </p:nvSpPr>
        <p:spPr>
          <a:xfrm>
            <a:off x="2668680" y="341532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4" name="CustomShape 14"/>
          <p:cNvSpPr/>
          <p:nvPr/>
        </p:nvSpPr>
        <p:spPr>
          <a:xfrm>
            <a:off x="2540160" y="387612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CustomShape 15"/>
          <p:cNvSpPr/>
          <p:nvPr/>
        </p:nvSpPr>
        <p:spPr>
          <a:xfrm>
            <a:off x="2819880" y="361224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6" name="CustomShape 16"/>
          <p:cNvSpPr/>
          <p:nvPr/>
        </p:nvSpPr>
        <p:spPr>
          <a:xfrm>
            <a:off x="3554280" y="258480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CustomShape 17"/>
          <p:cNvSpPr/>
          <p:nvPr/>
        </p:nvSpPr>
        <p:spPr>
          <a:xfrm>
            <a:off x="3302640" y="272880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CustomShape 18"/>
          <p:cNvSpPr/>
          <p:nvPr/>
        </p:nvSpPr>
        <p:spPr>
          <a:xfrm>
            <a:off x="3040200" y="316152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CustomShape 19"/>
          <p:cNvSpPr/>
          <p:nvPr/>
        </p:nvSpPr>
        <p:spPr>
          <a:xfrm>
            <a:off x="2354760" y="373824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0" name="CustomShape 20"/>
          <p:cNvSpPr/>
          <p:nvPr/>
        </p:nvSpPr>
        <p:spPr>
          <a:xfrm>
            <a:off x="2823480" y="327924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1" name="CustomShape 21"/>
          <p:cNvSpPr/>
          <p:nvPr/>
        </p:nvSpPr>
        <p:spPr>
          <a:xfrm>
            <a:off x="3302640" y="309276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CustomShape 22"/>
          <p:cNvSpPr/>
          <p:nvPr/>
        </p:nvSpPr>
        <p:spPr>
          <a:xfrm>
            <a:off x="2208600" y="3989880"/>
            <a:ext cx="136440" cy="1375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3" name="CustomShape 23"/>
          <p:cNvSpPr/>
          <p:nvPr/>
        </p:nvSpPr>
        <p:spPr>
          <a:xfrm flipH="1" flipV="1">
            <a:off x="5635800" y="2258280"/>
            <a:ext cx="164160" cy="15087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4" name="CustomShape 24"/>
          <p:cNvSpPr/>
          <p:nvPr/>
        </p:nvSpPr>
        <p:spPr>
          <a:xfrm flipH="1">
            <a:off x="5292000" y="3768120"/>
            <a:ext cx="507600" cy="11649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5" name="CustomShape 25"/>
          <p:cNvSpPr/>
          <p:nvPr/>
        </p:nvSpPr>
        <p:spPr>
          <a:xfrm>
            <a:off x="5799960" y="3768120"/>
            <a:ext cx="170280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66" name="CustomShape 26"/>
          <p:cNvSpPr/>
          <p:nvPr/>
        </p:nvSpPr>
        <p:spPr>
          <a:xfrm rot="15800400">
            <a:off x="5221800" y="2815560"/>
            <a:ext cx="637560" cy="30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Trait B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CustomShape 27"/>
          <p:cNvSpPr/>
          <p:nvPr/>
        </p:nvSpPr>
        <p:spPr>
          <a:xfrm>
            <a:off x="6646680" y="3777840"/>
            <a:ext cx="69300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Trait M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8" name="CustomShape 28"/>
          <p:cNvSpPr/>
          <p:nvPr/>
        </p:nvSpPr>
        <p:spPr>
          <a:xfrm rot="17524800">
            <a:off x="5294880" y="4457520"/>
            <a:ext cx="644400" cy="303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Trait A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9" name="CustomShape 29"/>
          <p:cNvSpPr/>
          <p:nvPr/>
        </p:nvSpPr>
        <p:spPr>
          <a:xfrm>
            <a:off x="6006240" y="345024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0" name="CustomShape 30"/>
          <p:cNvSpPr/>
          <p:nvPr/>
        </p:nvSpPr>
        <p:spPr>
          <a:xfrm>
            <a:off x="5946120" y="390600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1" name="CustomShape 31"/>
          <p:cNvSpPr/>
          <p:nvPr/>
        </p:nvSpPr>
        <p:spPr>
          <a:xfrm>
            <a:off x="6252480" y="390600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CustomShape 32"/>
          <p:cNvSpPr/>
          <p:nvPr/>
        </p:nvSpPr>
        <p:spPr>
          <a:xfrm>
            <a:off x="5946120" y="302400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CustomShape 33"/>
          <p:cNvSpPr/>
          <p:nvPr/>
        </p:nvSpPr>
        <p:spPr>
          <a:xfrm>
            <a:off x="5460840" y="376812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CustomShape 34"/>
          <p:cNvSpPr/>
          <p:nvPr/>
        </p:nvSpPr>
        <p:spPr>
          <a:xfrm>
            <a:off x="6006240" y="414576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5" name="CustomShape 35"/>
          <p:cNvSpPr/>
          <p:nvPr/>
        </p:nvSpPr>
        <p:spPr>
          <a:xfrm>
            <a:off x="6423120" y="424368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CustomShape 36"/>
          <p:cNvSpPr/>
          <p:nvPr/>
        </p:nvSpPr>
        <p:spPr>
          <a:xfrm>
            <a:off x="5499000" y="3312360"/>
            <a:ext cx="136440" cy="1375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CustomShape 37"/>
          <p:cNvSpPr/>
          <p:nvPr/>
        </p:nvSpPr>
        <p:spPr>
          <a:xfrm>
            <a:off x="5869440" y="377784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8" name="CustomShape 38"/>
          <p:cNvSpPr/>
          <p:nvPr/>
        </p:nvSpPr>
        <p:spPr>
          <a:xfrm>
            <a:off x="6231960" y="283572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9" name="CustomShape 39"/>
          <p:cNvSpPr/>
          <p:nvPr/>
        </p:nvSpPr>
        <p:spPr>
          <a:xfrm>
            <a:off x="6407640" y="311112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CustomShape 40"/>
          <p:cNvSpPr/>
          <p:nvPr/>
        </p:nvSpPr>
        <p:spPr>
          <a:xfrm>
            <a:off x="6163560" y="317484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CustomShape 41"/>
          <p:cNvSpPr/>
          <p:nvPr/>
        </p:nvSpPr>
        <p:spPr>
          <a:xfrm>
            <a:off x="5223600" y="396000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CustomShape 42"/>
          <p:cNvSpPr/>
          <p:nvPr/>
        </p:nvSpPr>
        <p:spPr>
          <a:xfrm>
            <a:off x="5815080" y="328212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3" name="CustomShape 43"/>
          <p:cNvSpPr/>
          <p:nvPr/>
        </p:nvSpPr>
        <p:spPr>
          <a:xfrm>
            <a:off x="6231960" y="338004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4" name="CustomShape 44"/>
          <p:cNvSpPr/>
          <p:nvPr/>
        </p:nvSpPr>
        <p:spPr>
          <a:xfrm>
            <a:off x="5567400" y="3546360"/>
            <a:ext cx="136440" cy="137520"/>
          </a:xfrm>
          <a:prstGeom prst="ellipse">
            <a:avLst/>
          </a:prstGeom>
          <a:solidFill>
            <a:srgbClr val="31859c"/>
          </a:solidFill>
          <a:ln>
            <a:solidFill>
              <a:srgbClr val="31859c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CustomShape 1"/>
          <p:cNvSpPr/>
          <p:nvPr/>
        </p:nvSpPr>
        <p:spPr>
          <a:xfrm>
            <a:off x="3895560" y="2420640"/>
            <a:ext cx="13608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Abiotic traits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6" name="CustomShape 2"/>
          <p:cNvSpPr/>
          <p:nvPr/>
        </p:nvSpPr>
        <p:spPr>
          <a:xfrm>
            <a:off x="3909960" y="3078000"/>
            <a:ext cx="123264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Biotic traits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7" name="CustomShape 3"/>
          <p:cNvSpPr/>
          <p:nvPr/>
        </p:nvSpPr>
        <p:spPr>
          <a:xfrm>
            <a:off x="3945240" y="3735360"/>
            <a:ext cx="16167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Migration traits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CustomShape 4"/>
          <p:cNvSpPr/>
          <p:nvPr/>
        </p:nvSpPr>
        <p:spPr>
          <a:xfrm>
            <a:off x="5267880" y="2604960"/>
            <a:ext cx="1918440" cy="741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9" name="CustomShape 5"/>
          <p:cNvSpPr/>
          <p:nvPr/>
        </p:nvSpPr>
        <p:spPr>
          <a:xfrm>
            <a:off x="5153400" y="3262680"/>
            <a:ext cx="2047680" cy="184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0" name="CustomShape 6"/>
          <p:cNvSpPr/>
          <p:nvPr/>
        </p:nvSpPr>
        <p:spPr>
          <a:xfrm flipV="1">
            <a:off x="5578560" y="3571560"/>
            <a:ext cx="1592640" cy="347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chemeClr val="tx1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91" name="CustomShape 7"/>
          <p:cNvSpPr/>
          <p:nvPr/>
        </p:nvSpPr>
        <p:spPr>
          <a:xfrm>
            <a:off x="7171920" y="3078000"/>
            <a:ext cx="1135080" cy="63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Individual fitness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CustomShape 8"/>
          <p:cNvSpPr/>
          <p:nvPr/>
        </p:nvSpPr>
        <p:spPr>
          <a:xfrm>
            <a:off x="655560" y="855720"/>
            <a:ext cx="13212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Morphology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3" name="CustomShape 9"/>
          <p:cNvSpPr/>
          <p:nvPr/>
        </p:nvSpPr>
        <p:spPr>
          <a:xfrm>
            <a:off x="583920" y="1628640"/>
            <a:ext cx="14385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Reproduction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4" name="CustomShape 10"/>
          <p:cNvSpPr/>
          <p:nvPr/>
        </p:nvSpPr>
        <p:spPr>
          <a:xfrm>
            <a:off x="743040" y="3202920"/>
            <a:ext cx="116244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Physiology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5" name="CustomShape 11"/>
          <p:cNvSpPr/>
          <p:nvPr/>
        </p:nvSpPr>
        <p:spPr>
          <a:xfrm>
            <a:off x="761760" y="4008600"/>
            <a:ext cx="115812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Phenology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CustomShape 12"/>
          <p:cNvSpPr/>
          <p:nvPr/>
        </p:nvSpPr>
        <p:spPr>
          <a:xfrm>
            <a:off x="767520" y="4815360"/>
            <a:ext cx="112140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Behaviour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7" name="CustomShape 13"/>
          <p:cNvSpPr/>
          <p:nvPr/>
        </p:nvSpPr>
        <p:spPr>
          <a:xfrm>
            <a:off x="282960" y="5608440"/>
            <a:ext cx="209376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Resource acquisition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8" name="CustomShape 14"/>
          <p:cNvSpPr/>
          <p:nvPr/>
        </p:nvSpPr>
        <p:spPr>
          <a:xfrm>
            <a:off x="828720" y="2405520"/>
            <a:ext cx="97668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Territory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9" name="CustomShape 15"/>
          <p:cNvSpPr/>
          <p:nvPr/>
        </p:nvSpPr>
        <p:spPr>
          <a:xfrm>
            <a:off x="1986840" y="1225080"/>
            <a:ext cx="1792800" cy="1384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b0c3a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0" name="CustomShape 16"/>
          <p:cNvSpPr/>
          <p:nvPr/>
        </p:nvSpPr>
        <p:spPr>
          <a:xfrm>
            <a:off x="1927080" y="1225080"/>
            <a:ext cx="1911240" cy="2023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b0c3a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1" name="CustomShape 17"/>
          <p:cNvSpPr/>
          <p:nvPr/>
        </p:nvSpPr>
        <p:spPr>
          <a:xfrm>
            <a:off x="1986840" y="1225080"/>
            <a:ext cx="1942200" cy="26946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b0c3a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2" name="CustomShape 18"/>
          <p:cNvSpPr/>
          <p:nvPr/>
        </p:nvSpPr>
        <p:spPr>
          <a:xfrm>
            <a:off x="1956960" y="1998000"/>
            <a:ext cx="1822680" cy="1250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740e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3" name="CustomShape 19"/>
          <p:cNvSpPr/>
          <p:nvPr/>
        </p:nvSpPr>
        <p:spPr>
          <a:xfrm>
            <a:off x="1985760" y="1998000"/>
            <a:ext cx="1943280" cy="1921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c740e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4" name="CustomShape 20"/>
          <p:cNvSpPr/>
          <p:nvPr/>
        </p:nvSpPr>
        <p:spPr>
          <a:xfrm>
            <a:off x="2001960" y="2590200"/>
            <a:ext cx="1836360" cy="1359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b8c113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5" name="CustomShape 21"/>
          <p:cNvSpPr/>
          <p:nvPr/>
        </p:nvSpPr>
        <p:spPr>
          <a:xfrm flipV="1">
            <a:off x="1822680" y="2609640"/>
            <a:ext cx="2015640" cy="776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8fc21f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6" name="CustomShape 22"/>
          <p:cNvSpPr/>
          <p:nvPr/>
        </p:nvSpPr>
        <p:spPr>
          <a:xfrm flipV="1">
            <a:off x="1822680" y="3312000"/>
            <a:ext cx="2015640" cy="74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8fc21f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7" name="CustomShape 23"/>
          <p:cNvSpPr/>
          <p:nvPr/>
        </p:nvSpPr>
        <p:spPr>
          <a:xfrm flipV="1">
            <a:off x="1927080" y="3312720"/>
            <a:ext cx="1957320" cy="8798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34c31b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8" name="CustomShape 24"/>
          <p:cNvSpPr/>
          <p:nvPr/>
        </p:nvSpPr>
        <p:spPr>
          <a:xfrm flipV="1">
            <a:off x="1927080" y="2609640"/>
            <a:ext cx="1957320" cy="15822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34c31b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09" name="CustomShape 25"/>
          <p:cNvSpPr/>
          <p:nvPr/>
        </p:nvSpPr>
        <p:spPr>
          <a:xfrm flipV="1">
            <a:off x="1897200" y="3919320"/>
            <a:ext cx="2031840" cy="1079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20c199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0" name="CustomShape 26"/>
          <p:cNvSpPr/>
          <p:nvPr/>
        </p:nvSpPr>
        <p:spPr>
          <a:xfrm flipV="1">
            <a:off x="1897200" y="3247920"/>
            <a:ext cx="1941120" cy="17506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20c199"/>
            </a:solidFill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1" name="CustomShape 27"/>
          <p:cNvSpPr/>
          <p:nvPr/>
        </p:nvSpPr>
        <p:spPr>
          <a:xfrm flipV="1">
            <a:off x="2315880" y="2609640"/>
            <a:ext cx="1522440" cy="3151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2" name="CustomShape 28"/>
          <p:cNvSpPr/>
          <p:nvPr/>
        </p:nvSpPr>
        <p:spPr>
          <a:xfrm flipV="1">
            <a:off x="2286000" y="3248640"/>
            <a:ext cx="1598400" cy="2512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3" name="CustomShape 29"/>
          <p:cNvSpPr/>
          <p:nvPr/>
        </p:nvSpPr>
        <p:spPr>
          <a:xfrm flipV="1">
            <a:off x="2286000" y="3920040"/>
            <a:ext cx="1643040" cy="1846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round/>
            <a:tailEnd len="med" type="triangle" w="med"/>
          </a:ln>
          <a:effectLst>
            <a:outerShdw blurRad="40000" dir="5400000" dist="20000" rotWithShape="0">
              <a:srgbClr val="000000">
                <a:alpha val="38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114" name="CustomShape 30"/>
          <p:cNvSpPr/>
          <p:nvPr/>
        </p:nvSpPr>
        <p:spPr>
          <a:xfrm>
            <a:off x="3359520" y="36360"/>
            <a:ext cx="165924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Trait integration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15" name="CustomShape 31"/>
          <p:cNvSpPr/>
          <p:nvPr/>
        </p:nvSpPr>
        <p:spPr>
          <a:xfrm>
            <a:off x="3562560" y="6372720"/>
            <a:ext cx="1659240" cy="3646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Trait modularity</a:t>
            </a:r>
            <a:endParaRPr b="0" lang="en-US" sz="1800" spc="-1" strike="noStrike">
              <a:latin typeface="Arial"/>
            </a:endParaRPr>
          </a:p>
        </p:txBody>
      </p:sp>
      <p:graphicFrame>
        <p:nvGraphicFramePr>
          <p:cNvPr id="116" name="Table 32"/>
          <p:cNvGraphicFramePr/>
          <p:nvPr/>
        </p:nvGraphicFramePr>
        <p:xfrm>
          <a:off x="3556080" y="4806000"/>
          <a:ext cx="1688760" cy="1345680"/>
        </p:xfrm>
        <a:graphic>
          <a:graphicData uri="http://schemas.openxmlformats.org/drawingml/2006/table">
            <a:tbl>
              <a:tblPr/>
              <a:tblGrid>
                <a:gridCol w="241200"/>
                <a:gridCol w="241200"/>
                <a:gridCol w="241200"/>
                <a:gridCol w="241200"/>
                <a:gridCol w="241200"/>
                <a:gridCol w="241200"/>
                <a:gridCol w="241560"/>
              </a:tblGrid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" name="Table 33"/>
          <p:cNvGraphicFramePr/>
          <p:nvPr/>
        </p:nvGraphicFramePr>
        <p:xfrm>
          <a:off x="3375000" y="535680"/>
          <a:ext cx="1688760" cy="1345680"/>
        </p:xfrm>
        <a:graphic>
          <a:graphicData uri="http://schemas.openxmlformats.org/drawingml/2006/table">
            <a:tbl>
              <a:tblPr/>
              <a:tblGrid>
                <a:gridCol w="241200"/>
                <a:gridCol w="241200"/>
                <a:gridCol w="241200"/>
                <a:gridCol w="241200"/>
                <a:gridCol w="241200"/>
                <a:gridCol w="241200"/>
                <a:gridCol w="241560"/>
              </a:tblGrid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963634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e26b0a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008000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</a:tr>
              <a:tr h="195480"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1224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  <a:tc>
                  <a:txBody>
                    <a:bodyPr lIns="12600" rIns="12600" tIns="12600" bIns="0" anchor="b"/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  <a:endParaRPr b="0" lang="en-US" sz="1200" spc="-1" strike="noStrike">
                        <a:latin typeface="Arial"/>
                      </a:endParaRPr>
                    </a:p>
                  </a:txBody>
                  <a:tcPr marL="12600" marR="12600">
                    <a:lnL w="648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31869b"/>
                    </a:solidFill>
                  </a:tcPr>
                </a:tc>
              </a:tr>
            </a:tbl>
          </a:graphicData>
        </a:graphic>
      </p:graphicFrame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885</TotalTime>
  <Application>LibreOffice/6.0.7.3$Linux_X86_64 LibreOffice_project/00m0$Build-3</Application>
  <Words>34</Words>
  <Paragraphs>117</Paragraphs>
  <Company>Laptop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2019-11-05T13:53:45Z</dcterms:created>
  <dc:creator>Cecilia Andreazzi</dc:creator>
  <dc:description/>
  <dc:language>en-US</dc:language>
  <cp:lastModifiedBy/>
  <dcterms:modified xsi:type="dcterms:W3CDTF">2019-11-16T22:02:01Z</dcterms:modified>
  <cp:revision>11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Company">
    <vt:lpwstr>Laptop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2</vt:i4>
  </property>
</Properties>
</file>